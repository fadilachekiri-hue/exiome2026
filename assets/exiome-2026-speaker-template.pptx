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a6e233e3-5c18-f03b-605c-a6da07d3c377}">
          <p14:sldIdLst/>
        </p14:section>
        <p14:section name="Default-1" id="{55f826ed-b667-12a4-3e22-6b5a4e832f5c}">
          <p14:sldIdLst>
            <p14:sldId id="256"/>
          </p14:sldIdLst>
        </p14:section>
        <p14:section name="Title" id="{509cde55-3710-4764-4414-a29eb3baeac8}">
          <p14:sldIdLst>
            <p14:sldId id="257"/>
          </p14:sldIdLst>
        </p14:section>
        <p14:section name="Section Divider" id="{5b1ddb12-9423-7185-4395-9ed5f7491581}">
          <p14:sldIdLst>
            <p14:sldId id="258"/>
          </p14:sldIdLst>
        </p14:section>
        <p14:section name="Content" id="{323e4035-456d-783a-1bca-4c47cf8dabd2}">
          <p14:sldIdLst>
            <p14:sldId id="259"/>
          </p14:sldIdLst>
        </p14:section>
        <p14:section name="Content + Image" id="{27349f30-102b-4ea3-d6c5-3587ebf786a1}">
          <p14:sldIdLst>
            <p14:sldId id="260"/>
          </p14:sldIdLst>
        </p14:section>
        <p14:section name="Key Figures" id="{5d5026ea-f524-d36e-0f8f-9ea2d585b8a5}">
          <p14:sldIdLst>
            <p14:sldId id="261"/>
          </p14:sldIdLst>
        </p14:section>
        <p14:section name="Key Message" id="{9631c843-8805-23f6-c222-d3fb2e2afb0c}">
          <p14:sldIdLst>
            <p14:sldId id="262"/>
          </p14:sldIdLst>
        </p14:section>
        <p14:section name="Closing" id="{a6a4d472-c80e-7d6b-b461-aadec047632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8636" y="822960"/>
            <a:ext cx="2011680" cy="7801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276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100" kern="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eXIOME 2026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0" y="2057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4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11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1097280" y="2468880"/>
            <a:ext cx="9994392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Presentation Title</a:t>
            </a:r>
            <a:endParaRPr lang="en-US" sz="4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1097280" y="4160520"/>
            <a:ext cx="99943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Speaker Name — Institution, City</a:t>
            </a:r>
            <a:endParaRPr lang="en-US" sz="2000" dirty="0"/>
          </a:p>
        </p:txBody>
      </p:sp>
      <p:sp>
        <p:nvSpPr>
          <p:cNvPr id="7" name="Text 2"/>
          <p:cNvSpPr/>
          <p:nvPr/>
        </p:nvSpPr>
        <p:spPr>
          <a:xfrm>
            <a:off x="0" y="576072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November 12–14, 2026</a:t>
            </a:r>
            <a:endParaRPr lang="en-US" sz="1100" dirty="0"/>
          </a:p>
        </p:txBody>
      </p:sp>
      <p:pic>
        <p:nvPicPr>
          <p:cNvPr id="8" name="Image 1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40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3017520"/>
            <a:ext cx="1036015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Section Title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640080" y="320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900" dirty="0"/>
          </a:p>
        </p:txBody>
      </p:sp>
      <p:pic>
        <p:nvPicPr>
          <p:cNvPr id="5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83080"/>
            <a:ext cx="10908792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400"/>
              </a:spcAft>
              <a:buNone/>
              <a:def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placeholder</a:t>
            </a:r>
            <a:endParaRPr lang="en-US" sz="1700" dirty="0"/>
          </a:p>
        </p:txBody>
      </p:sp>
      <p:sp>
        <p:nvSpPr>
          <p:cNvPr id="4" name="Text 0"/>
          <p:cNvSpPr/>
          <p:nvPr/>
        </p:nvSpPr>
        <p:spPr>
          <a:xfrm>
            <a:off x="640080" y="320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900" dirty="0"/>
          </a:p>
        </p:txBody>
      </p:sp>
      <p:pic>
        <p:nvPicPr>
          <p:cNvPr id="5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7" name="Text 2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M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83080"/>
            <a:ext cx="521208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200"/>
              </a:spcAft>
              <a:buNone/>
              <a:def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Body placeholder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6217920" y="1783080"/>
            <a:ext cx="5330952" cy="4069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6217920" y="1783080"/>
            <a:ext cx="5330952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6" name="Text 1"/>
          <p:cNvSpPr/>
          <p:nvPr/>
        </p:nvSpPr>
        <p:spPr>
          <a:xfrm>
            <a:off x="640080" y="320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900" dirty="0"/>
          </a:p>
        </p:txBody>
      </p:sp>
      <p:pic>
        <p:nvPicPr>
          <p:cNvPr id="7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9" name="Text 3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320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900" dirty="0"/>
          </a:p>
        </p:txBody>
      </p:sp>
      <p:pic>
        <p:nvPicPr>
          <p:cNvPr id="4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1887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“</a:t>
            </a:r>
            <a:endParaRPr lang="en-US" sz="9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371600" y="2377440"/>
            <a:ext cx="9445752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Key message or quote goes here.</a:t>
            </a:r>
            <a:endParaRPr lang="en-US" sz="2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371600" y="4572000"/>
            <a:ext cx="944575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Attribution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320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900" dirty="0"/>
          </a:p>
        </p:txBody>
      </p:sp>
      <p:pic>
        <p:nvPicPr>
          <p:cNvPr id="6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0076" y="2011680"/>
            <a:ext cx="1828800" cy="70926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81238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100" kern="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eXIOME 2026</a:t>
            </a:r>
            <a:endParaRPr lang="en-US" sz="2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097280" y="3429000"/>
            <a:ext cx="999439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097280" y="4434840"/>
            <a:ext cx="999439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speaker.name@institution.org</a:t>
            </a:r>
            <a:endParaRPr lang="en-US" sz="1400" dirty="0"/>
          </a:p>
        </p:txBody>
      </p:sp>
      <p:pic>
        <p:nvPicPr>
          <p:cNvPr id="6" name="Image 1" descr="/tmp/claude-0/-home-user/75dcd3eb-4c24-536d-ad40-f01cf5d3cf16/scratchpad/pptx-template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144768"/>
            <a:ext cx="914400" cy="354631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508760" y="6181344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eXIOME 2026 · Istanbul</a:t>
            </a:r>
            <a:endParaRPr lang="en-US" sz="900" dirty="0"/>
          </a:p>
        </p:txBody>
      </p:sp>
      <p:sp>
        <p:nvSpPr>
          <p:cNvPr id="8" name="Text 2"/>
          <p:cNvSpPr/>
          <p:nvPr/>
        </p:nvSpPr>
        <p:spPr>
          <a:xfrm>
            <a:off x="1508760" y="641908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spc="5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 International Oncology MEeting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How to Use This Template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83080"/>
            <a:ext cx="1090879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template matches the eXIOME 2026 website (navy background, gold accents, Cormorant Garamond titles, Montserrat body text).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Duplicate the example slide that matches your content, then replace the placeholder text — keep the fonts and colors as they are.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Keep slide titles short and left-aligned; avoid centering body text.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the Content + Image layout for figures, radiology/pathology images or graphs — drop your image into the framed box on the right.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Delete this instructions slide before presenting.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1097280" y="2468880"/>
            <a:ext cx="9994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1097280" y="416052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Speaker Name — Institution, City, Country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3017520"/>
            <a:ext cx="10360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Section Title</a:t>
            </a: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83080"/>
            <a:ext cx="1090879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 key point, concise and specific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key point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Third key point with supporting detail</a:t>
            </a:r>
            <a:endParaRPr lang="en-US" sz="1700" dirty="0"/>
          </a:p>
          <a:p>
            <a:pPr algn="l"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Fourth key point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Title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783080"/>
            <a:ext cx="52120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Replace this text with your commentary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 a figure, chart or image into the framed box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783080"/>
            <a:ext cx="5330952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image here</a:t>
            </a:r>
            <a:endParaRPr lang="en-US" sz="1300" dirty="0"/>
          </a:p>
        </p:txBody>
      </p:sp>
      <p:sp>
        <p:nvSpPr>
          <p:cNvPr id="5" name="Text 1"/>
          <p:cNvSpPr/>
          <p:nvPr>
            <p:ph idx="103" hasCustomPrompt="1"/>
          </p:nvPr>
        </p:nvSpPr>
        <p:spPr>
          <a:xfrm>
            <a:off x="6217920" y="1783080"/>
            <a:ext cx="5330952" cy="40690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Key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85%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metric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76344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12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276344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count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12608" y="2377440"/>
            <a:ext cx="3270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3.2x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7912608" y="3520440"/>
            <a:ext cx="3270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Example ratio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371600" y="2377440"/>
            <a:ext cx="9445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Replace with your key takeaway message or a notable quote from the literature.</a:t>
            </a:r>
            <a:endParaRPr lang="en-US" sz="2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1371600" y="457200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Attribution / Reference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097280" y="342900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1097280" y="443484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your.email@institution.org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181344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IOME 2026">
  <a:themeElements>
    <a:clrScheme name="eXIOME 2026">
      <a:dk1>
        <a:srgbClr val="F4F0EA"/>
      </a:dk1>
      <a:lt1>
        <a:srgbClr val="1E3350"/>
      </a:lt1>
      <a:dk2>
        <a:srgbClr val="C8A96E"/>
      </a:dk2>
      <a:lt2>
        <a:srgbClr val="28466B"/>
      </a:lt2>
      <a:accent1>
        <a:srgbClr val="C8A96E"/>
      </a:accent1>
      <a:accent2>
        <a:srgbClr val="E8C97E"/>
      </a:accent2>
      <a:accent3>
        <a:srgbClr val="7A8A9A"/>
      </a:accent3>
      <a:accent4>
        <a:srgbClr val="28466B"/>
      </a:accent4>
      <a:accent5>
        <a:srgbClr val="F4F0EA"/>
      </a:accent5>
      <a:accent6>
        <a:srgbClr val="1E3350"/>
      </a:accent6>
      <a:hlink>
        <a:srgbClr val="C8A96E"/>
      </a:hlink>
      <a:folHlink>
        <a:srgbClr val="E8C97E"/>
      </a:folHlink>
    </a:clrScheme>
    <a:fontScheme name="eXIOME 2026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2026-10-06T17:54:13Z</dcterms:created>
  <dcterms:modified xsi:type="dcterms:W3CDTF">2026-10-06T17:54:13Z</dcterms:modified>
</cp:coreProperties>
</file>