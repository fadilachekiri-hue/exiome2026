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939df68b-04ae-bf04-d27b-c204d5d22ac8}">
          <p14:sldIdLst/>
        </p14:section>
        <p14:section name="Default-1" id="{80e677f1-2222-7b67-d207-1093d8db7477}">
          <p14:sldIdLst>
            <p14:sldId id="256"/>
          </p14:sldIdLst>
        </p14:section>
        <p14:section name="Title" id="{2f818158-d485-44c5-3201-5694dfdd57e3}">
          <p14:sldIdLst>
            <p14:sldId id="257"/>
          </p14:sldIdLst>
        </p14:section>
        <p14:section name="Section Divider" id="{b80291b4-5f64-3870-89b5-4c292617b095}">
          <p14:sldIdLst>
            <p14:sldId id="258"/>
          </p14:sldIdLst>
        </p14:section>
        <p14:section name="Content" id="{605132c3-2c3b-321a-c085-ea1780b534f8}">
          <p14:sldIdLst>
            <p14:sldId id="259"/>
          </p14:sldIdLst>
        </p14:section>
        <p14:section name="Content + Image" id="{f844c1c7-84f4-f633-9086-b222f4f3d3b4}">
          <p14:sldIdLst>
            <p14:sldId id="260"/>
          </p14:sldIdLst>
        </p14:section>
        <p14:section name="Key Figures" id="{c477ce09-f706-05c9-a657-0e3fc000eeb5}">
          <p14:sldIdLst>
            <p14:sldId id="261"/>
          </p14:sldIdLst>
        </p14:section>
        <p14:section name="Key Message" id="{c336ae97-86a5-9355-ba6a-715e99046f54}">
          <p14:sldIdLst>
            <p14:sldId id="262"/>
          </p14:sldIdLst>
        </p14:section>
        <p14:section name="Closing" id="{0e578cb6-7451-45d0-1979-abac1c5c407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5dcd3eb-4c24-536d-ad40-f01cf5d3cf16/scratchpad/pptx-templat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636" y="822960"/>
            <a:ext cx="2011680" cy="780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74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EXPERT INTERNATIONAL ONCOLOGY MEETING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097280" y="2468880"/>
            <a:ext cx="9994392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1097280" y="4160520"/>
            <a:ext cx="99943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Speaker Name — Institution, City</a:t>
            </a:r>
            <a:endParaRPr lang="en-US" sz="2000" dirty="0"/>
          </a:p>
        </p:txBody>
      </p:sp>
      <p:sp>
        <p:nvSpPr>
          <p:cNvPr id="6" name="Text 1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November 12–14, 2026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914400" y="3017520"/>
            <a:ext cx="1036015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Section Title</a:t>
            </a:r>
            <a:endParaRPr lang="en-US" sz="3800" dirty="0"/>
          </a:p>
        </p:txBody>
      </p:sp>
      <p:pic>
        <p:nvPicPr>
          <p:cNvPr id="4" name="Image 0" descr="/tmp/claude-0/-home-user/75dcd3eb-4c24-536d-ad40-f01cf5d3cf16/scratchpad/pptx-templat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05840" cy="3900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eXIOME 2026 · Istanbul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908792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400"/>
              </a:spcAft>
              <a:buNone/>
              <a:def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placeholder</a:t>
            </a:r>
            <a:endParaRPr lang="en-US" sz="1700" dirty="0"/>
          </a:p>
        </p:txBody>
      </p:sp>
      <p:pic>
        <p:nvPicPr>
          <p:cNvPr id="4" name="Image 0" descr="/tmp/claude-0/-home-user/75dcd3eb-4c24-536d-ad40-f01cf5d3cf16/scratchpad/pptx-templat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05840" cy="39009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eXIOME 2026 · Istanbul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MAG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200"/>
              </a:spcAft>
              <a:buNone/>
              <a:defRPr lang="en-US" sz="16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placeholder</a:t>
            </a:r>
            <a:endParaRPr lang="en-US" sz="1600" dirty="0"/>
          </a:p>
        </p:txBody>
      </p:sp>
      <p:sp>
        <p:nvSpPr>
          <p:cNvPr id="4" name="Shape 0"/>
          <p:cNvSpPr/>
          <p:nvPr/>
        </p:nvSpPr>
        <p:spPr>
          <a:xfrm>
            <a:off x="6217920" y="1463040"/>
            <a:ext cx="5330952" cy="4572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6217920" y="1463040"/>
            <a:ext cx="5330952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tmp/claude-0/-home-user/75dcd3eb-4c24-536d-ad40-f01cf5d3cf16/scratchpad/pptx-templat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05840" cy="39009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eXIOME 2026 · Istanbul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Title</a:t>
            </a:r>
            <a:endParaRPr lang="en-US" sz="3000" dirty="0"/>
          </a:p>
        </p:txBody>
      </p:sp>
      <p:pic>
        <p:nvPicPr>
          <p:cNvPr id="3" name="Image 0" descr="/tmp/claude-0/-home-user/75dcd3eb-4c24-536d-ad40-f01cf5d3cf16/scratchpad/pptx-templat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05840" cy="39009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eXIOME 2026 · Istanbul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1887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371600" y="2377440"/>
            <a:ext cx="9445752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i="1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i="1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Key message or quote goes here.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371600" y="4572000"/>
            <a:ext cx="94457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Attribution</a:t>
            </a:r>
            <a:endParaRPr lang="en-US" sz="1400" dirty="0"/>
          </a:p>
        </p:txBody>
      </p:sp>
      <p:pic>
        <p:nvPicPr>
          <p:cNvPr id="5" name="Image 0" descr="/tmp/claude-0/-home-user/75dcd3eb-4c24-536d-ad40-f01cf5d3cf16/scratchpad/pptx-templat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05840" cy="39009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eXIOME 2026 · Istanbul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75dcd3eb-4c24-536d-ad40-f01cf5d3cf16/scratchpad/pptx-templat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76" y="2103120"/>
            <a:ext cx="1828800" cy="70926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3108960"/>
            <a:ext cx="999439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4023360"/>
            <a:ext cx="999439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speaker.name@institution.org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How to Use This Template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9087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template matches the eXIOME 2026 website (navy background, gold accents, Cormorant Garamond titles, Montserrat body text).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Duplicate the example slide that matches your content, then replace the placeholder text — keep the fonts and colors as they are.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slide titles short and left-aligned; avoid centering body text.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Content + Image layout for figures, radiology/pathology images or graphs — drop your image into the framed box on the right.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Delete this instructions slide before presenting.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097280" y="2468880"/>
            <a:ext cx="9994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Presentation Title Goes Here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1097280" y="41605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Speaker Name — Institution, City, Country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914400" y="301752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Section Title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109087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key point, concise and specific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 key point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Third key point with supporting detail</a:t>
            </a:r>
            <a:endParaRPr lang="en-US" sz="17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Fourth key point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Replace this text with your commentary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Drop a figure, chart or image into the framed box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463040"/>
            <a:ext cx="53309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image here</a:t>
            </a:r>
            <a:endParaRPr lang="en-US" sz="130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6217920" y="1463040"/>
            <a:ext cx="5330952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Key Figures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3270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85%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20440"/>
            <a:ext cx="3270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metric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276344" y="2377440"/>
            <a:ext cx="3270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12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4276344" y="3520440"/>
            <a:ext cx="3270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count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12608" y="2377440"/>
            <a:ext cx="3270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chemeClr val="accent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3.2x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7912608" y="3520440"/>
            <a:ext cx="3270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ratio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371600" y="2377440"/>
            <a:ext cx="94457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Replace with your key takeaway message or a notable quote from the literature.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1371600" y="45720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Attribution / Reference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0232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310896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97280" y="402336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your.email@institution.org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IOME 2026">
  <a:themeElements>
    <a:clrScheme name="eXIOME 2026">
      <a:dk1>
        <a:srgbClr val="F4F0EA"/>
      </a:dk1>
      <a:lt1>
        <a:srgbClr val="1E3350"/>
      </a:lt1>
      <a:dk2>
        <a:srgbClr val="C8A96E"/>
      </a:dk2>
      <a:lt2>
        <a:srgbClr val="28466B"/>
      </a:lt2>
      <a:accent1>
        <a:srgbClr val="C8A96E"/>
      </a:accent1>
      <a:accent2>
        <a:srgbClr val="E8C97E"/>
      </a:accent2>
      <a:accent3>
        <a:srgbClr val="7A8A9A"/>
      </a:accent3>
      <a:accent4>
        <a:srgbClr val="28466B"/>
      </a:accent4>
      <a:accent5>
        <a:srgbClr val="F4F0EA"/>
      </a:accent5>
      <a:accent6>
        <a:srgbClr val="1E3350"/>
      </a:accent6>
      <a:hlink>
        <a:srgbClr val="C8A96E"/>
      </a:hlink>
      <a:folHlink>
        <a:srgbClr val="E8C97E"/>
      </a:folHlink>
    </a:clrScheme>
    <a:fontScheme name="eXIOME 2026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2026-10-06T17:22:31Z</dcterms:created>
  <dcterms:modified xsi:type="dcterms:W3CDTF">2026-10-06T17:22:31Z</dcterms:modified>
</cp:coreProperties>
</file>