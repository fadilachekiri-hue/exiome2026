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f346f4b9-4508-87ec-9df1-7691fcf5cde9}">
          <p14:sldIdLst/>
        </p14:section>
        <p14:section name="Default-1" id="{a564d7ff-c566-890a-56b0-b3250325ec77}">
          <p14:sldIdLst>
            <p14:sldId id="256"/>
          </p14:sldIdLst>
        </p14:section>
        <p14:section name="Title" id="{c0cf977d-a13a-28d4-de48-6b266e70867f}">
          <p14:sldIdLst>
            <p14:sldId id="257"/>
          </p14:sldIdLst>
        </p14:section>
        <p14:section name="Section Divider" id="{28ba3ead-4113-eb58-a50a-c810e21f1d69}">
          <p14:sldIdLst>
            <p14:sldId id="258"/>
          </p14:sldIdLst>
        </p14:section>
        <p14:section name="Content" id="{1832e4aa-2109-ec4a-f1a4-95c70f0b623b}">
          <p14:sldIdLst>
            <p14:sldId id="259"/>
          </p14:sldIdLst>
        </p14:section>
        <p14:section name="Content + Image" id="{914708be-8416-197b-0ad7-ccf8906ea1a3}">
          <p14:sldIdLst>
            <p14:sldId id="260"/>
          </p14:sldIdLst>
        </p14:section>
        <p14:section name="Key Figures" id="{79aa37c1-acbc-56a0-b39d-6724d28a99d4}">
          <p14:sldIdLst>
            <p14:sldId id="261"/>
          </p14:sldIdLst>
        </p14:section>
        <p14:section name="Key Message" id="{a1859d23-e0a4-97be-c99a-57d5ae7fd5ce}">
          <p14:sldIdLst>
            <p14:sldId id="262"/>
          </p14:sldIdLst>
        </p14:section>
        <p14:section name="Closing" id="{5ee376b9-8716-4370-c25f-31b2d2ccb70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8636" y="822960"/>
            <a:ext cx="2011680" cy="7801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276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100" kern="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eXIOME 2026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0" y="2057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11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1097280" y="2468880"/>
            <a:ext cx="9994392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1097280" y="4160520"/>
            <a:ext cx="99943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Speaker Name — Institution, City</a:t>
            </a:r>
            <a:endParaRPr lang="en-US" sz="2000" dirty="0"/>
          </a:p>
        </p:txBody>
      </p:sp>
      <p:sp>
        <p:nvSpPr>
          <p:cNvPr id="7" name="Text 2"/>
          <p:cNvSpPr/>
          <p:nvPr/>
        </p:nvSpPr>
        <p:spPr>
          <a:xfrm>
            <a:off x="0" y="58521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November 12–14, 2026</a:t>
            </a:r>
            <a:endParaRPr lang="en-US" sz="1100" dirty="0"/>
          </a:p>
        </p:txBody>
      </p:sp>
      <p:pic>
        <p:nvPicPr>
          <p:cNvPr id="8" name="Image 1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3017520"/>
            <a:ext cx="1036015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Section Title</a:t>
            </a:r>
            <a:endParaRPr lang="en-US" sz="3800" dirty="0"/>
          </a:p>
        </p:txBody>
      </p:sp>
      <p:pic>
        <p:nvPicPr>
          <p:cNvPr id="4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463040"/>
            <a:ext cx="10908792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400"/>
              </a:spcAft>
              <a:buNone/>
              <a:def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placeholder</a:t>
            </a:r>
            <a:endParaRPr lang="en-US" sz="1700" dirty="0"/>
          </a:p>
        </p:txBody>
      </p:sp>
      <p:pic>
        <p:nvPicPr>
          <p:cNvPr id="4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M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463040"/>
            <a:ext cx="521208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200"/>
              </a:spcAft>
              <a:buNone/>
              <a:def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placeholder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6217920" y="1463040"/>
            <a:ext cx="5330952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6217920" y="1463040"/>
            <a:ext cx="5330952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pic>
        <p:nvPicPr>
          <p:cNvPr id="3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1887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“</a:t>
            </a:r>
            <a:endParaRPr lang="en-US" sz="9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71600" y="2377440"/>
            <a:ext cx="9445752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i="1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i="1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Key message or quote goes here.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371600" y="4572000"/>
            <a:ext cx="944575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Attribution</a:t>
            </a:r>
            <a:endParaRPr lang="en-US" sz="1400" dirty="0"/>
          </a:p>
        </p:txBody>
      </p:sp>
      <p:pic>
        <p:nvPicPr>
          <p:cNvPr id="5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0076" y="2011680"/>
            <a:ext cx="1828800" cy="70926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81238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100" kern="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eXIOME 2026</a:t>
            </a:r>
            <a:endParaRPr lang="en-US" sz="2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097280" y="3429000"/>
            <a:ext cx="999439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097280" y="4434840"/>
            <a:ext cx="999439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speaker.name@institution.org</a:t>
            </a:r>
            <a:endParaRPr lang="en-US" sz="1400" dirty="0"/>
          </a:p>
        </p:txBody>
      </p:sp>
      <p:pic>
        <p:nvPicPr>
          <p:cNvPr id="6" name="Image 1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05840" cy="39009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to Use This Template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463040"/>
            <a:ext cx="1090879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template matches the eXIOME 2026 website (navy background, gold accents, Cormorant Garamond titles, Montserrat body text).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Duplicate the example slide that matches your content, then replace the placeholder text — keep the fonts and colors as they are.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slide titles short and left-aligned; avoid centering body text.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the Content + Image layout for figures, radiology/pathology images or graphs — drop your image into the framed box on the right.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Delete this instructions slide before presenting.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1097280" y="2468880"/>
            <a:ext cx="99943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1097280" y="416052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Speaker Name — Institution, City, Country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3017520"/>
            <a:ext cx="10360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Section Title</a:t>
            </a: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463040"/>
            <a:ext cx="1090879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 key point, concise and specific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key point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Third key point with supporting detail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Fourth key point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463040"/>
            <a:ext cx="5212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Replace this text with your commentary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 a figure, chart or image into the framed box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63040"/>
            <a:ext cx="533095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image here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6217920" y="1463040"/>
            <a:ext cx="5330952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Key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3270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85%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3270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Example metric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276344" y="2377440"/>
            <a:ext cx="3270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4276344" y="3520440"/>
            <a:ext cx="3270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Example count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12608" y="2377440"/>
            <a:ext cx="3270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3.2x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7912608" y="3520440"/>
            <a:ext cx="3270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Example ratio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371600" y="2377440"/>
            <a:ext cx="9445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Replace with your key takeaway message or a notable quote from the literature.</a:t>
            </a:r>
            <a:endParaRPr lang="en-US" sz="2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1371600" y="457200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Attribution / Reference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097280" y="342900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097280" y="443484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your.email@institution.org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IOME 2026">
  <a:themeElements>
    <a:clrScheme name="eXIOME 2026">
      <a:dk1>
        <a:srgbClr val="F4F0EA"/>
      </a:dk1>
      <a:lt1>
        <a:srgbClr val="1E3350"/>
      </a:lt1>
      <a:dk2>
        <a:srgbClr val="C8A96E"/>
      </a:dk2>
      <a:lt2>
        <a:srgbClr val="28466B"/>
      </a:lt2>
      <a:accent1>
        <a:srgbClr val="C8A96E"/>
      </a:accent1>
      <a:accent2>
        <a:srgbClr val="E8C97E"/>
      </a:accent2>
      <a:accent3>
        <a:srgbClr val="7A8A9A"/>
      </a:accent3>
      <a:accent4>
        <a:srgbClr val="28466B"/>
      </a:accent4>
      <a:accent5>
        <a:srgbClr val="F4F0EA"/>
      </a:accent5>
      <a:accent6>
        <a:srgbClr val="1E3350"/>
      </a:accent6>
      <a:hlink>
        <a:srgbClr val="C8A96E"/>
      </a:hlink>
      <a:folHlink>
        <a:srgbClr val="E8C97E"/>
      </a:folHlink>
    </a:clrScheme>
    <a:fontScheme name="eXIOME 2026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2026-10-06T17:36:27Z</dcterms:created>
  <dcterms:modified xsi:type="dcterms:W3CDTF">2026-10-06T17:36:27Z</dcterms:modified>
</cp:coreProperties>
</file>